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82FABA-F717-4BF2-A644-852A33F42F7F}" v="2" dt="2025-11-11T15:56:49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66" y="30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cal, PaKo KOTTÉ" userId="d2a556b0fe5f50cf" providerId="LiveId" clId="{D7B31876-FD72-4392-A6A4-04C266A9957D}"/>
    <pc:docChg chg="undo custSel modSld">
      <pc:chgData name="Pascal, PaKo KOTTÉ" userId="d2a556b0fe5f50cf" providerId="LiveId" clId="{D7B31876-FD72-4392-A6A4-04C266A9957D}" dt="2025-11-11T15:56:59.945" v="144" actId="1076"/>
      <pc:docMkLst>
        <pc:docMk/>
      </pc:docMkLst>
      <pc:sldChg chg="addSp modSp mod">
        <pc:chgData name="Pascal, PaKo KOTTÉ" userId="d2a556b0fe5f50cf" providerId="LiveId" clId="{D7B31876-FD72-4392-A6A4-04C266A9957D}" dt="2025-11-11T15:56:59.945" v="144" actId="1076"/>
        <pc:sldMkLst>
          <pc:docMk/>
          <pc:sldMk cId="1467710052" sldId="256"/>
        </pc:sldMkLst>
        <pc:spChg chg="add mod">
          <ac:chgData name="Pascal, PaKo KOTTÉ" userId="d2a556b0fe5f50cf" providerId="LiveId" clId="{D7B31876-FD72-4392-A6A4-04C266A9957D}" dt="2025-11-11T15:56:16.314" v="140" actId="1038"/>
          <ac:spMkLst>
            <pc:docMk/>
            <pc:sldMk cId="1467710052" sldId="256"/>
            <ac:spMk id="12" creationId="{EBF899DD-FCD7-67D3-2274-1387E8830AA3}"/>
          </ac:spMkLst>
        </pc:spChg>
        <pc:graphicFrameChg chg="mod">
          <ac:chgData name="Pascal, PaKo KOTTÉ" userId="d2a556b0fe5f50cf" providerId="LiveId" clId="{D7B31876-FD72-4392-A6A4-04C266A9957D}" dt="2025-11-11T15:56:08.984" v="93" actId="1076"/>
          <ac:graphicFrameMkLst>
            <pc:docMk/>
            <pc:sldMk cId="1467710052" sldId="256"/>
            <ac:graphicFrameMk id="4" creationId="{E420D549-BB19-849E-5509-56ABDAAB461F}"/>
          </ac:graphicFrameMkLst>
        </pc:graphicFrameChg>
        <pc:picChg chg="add mod">
          <ac:chgData name="Pascal, PaKo KOTTÉ" userId="d2a556b0fe5f50cf" providerId="LiveId" clId="{D7B31876-FD72-4392-A6A4-04C266A9957D}" dt="2025-11-11T15:56:59.945" v="144" actId="1076"/>
          <ac:picMkLst>
            <pc:docMk/>
            <pc:sldMk cId="1467710052" sldId="256"/>
            <ac:picMk id="14" creationId="{26B60690-A135-A142-CADC-125F49A1404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Classeur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CH"/>
              <a:t>Besoins/Consommations énergie en Suisse</a:t>
            </a:r>
            <a:r>
              <a:rPr lang="fr-CH" baseline="0"/>
              <a:t> et par habitant</a:t>
            </a:r>
            <a:endParaRPr lang="fr-CH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CH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'conso énergie Suisse'!$B$1</c:f>
              <c:strCache>
                <c:ptCount val="1"/>
                <c:pt idx="0">
                  <c:v>Conso finale (PJ)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'conso énergie Suisse'!$A$2:$A$81</c:f>
              <c:numCache>
                <c:formatCode>General</c:formatCode>
                <c:ptCount val="80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  <c:pt idx="11">
                  <c:v>1956</c:v>
                </c:pt>
                <c:pt idx="12">
                  <c:v>1957</c:v>
                </c:pt>
                <c:pt idx="13">
                  <c:v>1958</c:v>
                </c:pt>
                <c:pt idx="14">
                  <c:v>1959</c:v>
                </c:pt>
                <c:pt idx="15">
                  <c:v>1960</c:v>
                </c:pt>
                <c:pt idx="16">
                  <c:v>1961</c:v>
                </c:pt>
                <c:pt idx="17">
                  <c:v>1962</c:v>
                </c:pt>
                <c:pt idx="18">
                  <c:v>1963</c:v>
                </c:pt>
                <c:pt idx="19">
                  <c:v>1964</c:v>
                </c:pt>
                <c:pt idx="20">
                  <c:v>1965</c:v>
                </c:pt>
                <c:pt idx="21">
                  <c:v>1966</c:v>
                </c:pt>
                <c:pt idx="22">
                  <c:v>1967</c:v>
                </c:pt>
                <c:pt idx="23">
                  <c:v>1968</c:v>
                </c:pt>
                <c:pt idx="24">
                  <c:v>1969</c:v>
                </c:pt>
                <c:pt idx="25">
                  <c:v>1970</c:v>
                </c:pt>
                <c:pt idx="26">
                  <c:v>1971</c:v>
                </c:pt>
                <c:pt idx="27">
                  <c:v>1972</c:v>
                </c:pt>
                <c:pt idx="28">
                  <c:v>1973</c:v>
                </c:pt>
                <c:pt idx="29">
                  <c:v>1974</c:v>
                </c:pt>
                <c:pt idx="30">
                  <c:v>1975</c:v>
                </c:pt>
                <c:pt idx="31">
                  <c:v>1976</c:v>
                </c:pt>
                <c:pt idx="32">
                  <c:v>1977</c:v>
                </c:pt>
                <c:pt idx="33">
                  <c:v>1978</c:v>
                </c:pt>
                <c:pt idx="34">
                  <c:v>1979</c:v>
                </c:pt>
                <c:pt idx="35">
                  <c:v>1980</c:v>
                </c:pt>
                <c:pt idx="36">
                  <c:v>1981</c:v>
                </c:pt>
                <c:pt idx="37">
                  <c:v>1982</c:v>
                </c:pt>
                <c:pt idx="38">
                  <c:v>1983</c:v>
                </c:pt>
                <c:pt idx="39">
                  <c:v>1984</c:v>
                </c:pt>
                <c:pt idx="40">
                  <c:v>1985</c:v>
                </c:pt>
                <c:pt idx="41">
                  <c:v>1986</c:v>
                </c:pt>
                <c:pt idx="42">
                  <c:v>1987</c:v>
                </c:pt>
                <c:pt idx="43">
                  <c:v>1988</c:v>
                </c:pt>
                <c:pt idx="44">
                  <c:v>1989</c:v>
                </c:pt>
                <c:pt idx="45">
                  <c:v>1990</c:v>
                </c:pt>
                <c:pt idx="46">
                  <c:v>1991</c:v>
                </c:pt>
                <c:pt idx="47">
                  <c:v>1992</c:v>
                </c:pt>
                <c:pt idx="48">
                  <c:v>1993</c:v>
                </c:pt>
                <c:pt idx="49">
                  <c:v>1994</c:v>
                </c:pt>
                <c:pt idx="50">
                  <c:v>1995</c:v>
                </c:pt>
                <c:pt idx="51">
                  <c:v>1996</c:v>
                </c:pt>
                <c:pt idx="52">
                  <c:v>1997</c:v>
                </c:pt>
                <c:pt idx="53">
                  <c:v>1998</c:v>
                </c:pt>
                <c:pt idx="54">
                  <c:v>1999</c:v>
                </c:pt>
                <c:pt idx="55">
                  <c:v>2000</c:v>
                </c:pt>
                <c:pt idx="56">
                  <c:v>2001</c:v>
                </c:pt>
                <c:pt idx="57">
                  <c:v>2002</c:v>
                </c:pt>
                <c:pt idx="58">
                  <c:v>2003</c:v>
                </c:pt>
                <c:pt idx="59">
                  <c:v>2004</c:v>
                </c:pt>
                <c:pt idx="60">
                  <c:v>2005</c:v>
                </c:pt>
                <c:pt idx="61">
                  <c:v>2006</c:v>
                </c:pt>
                <c:pt idx="62">
                  <c:v>2007</c:v>
                </c:pt>
                <c:pt idx="63">
                  <c:v>2008</c:v>
                </c:pt>
                <c:pt idx="64">
                  <c:v>2009</c:v>
                </c:pt>
                <c:pt idx="65">
                  <c:v>2010</c:v>
                </c:pt>
                <c:pt idx="66">
                  <c:v>2011</c:v>
                </c:pt>
                <c:pt idx="67">
                  <c:v>2012</c:v>
                </c:pt>
                <c:pt idx="68">
                  <c:v>2013</c:v>
                </c:pt>
                <c:pt idx="69">
                  <c:v>2014</c:v>
                </c:pt>
                <c:pt idx="70">
                  <c:v>2015</c:v>
                </c:pt>
                <c:pt idx="71">
                  <c:v>2016</c:v>
                </c:pt>
                <c:pt idx="72">
                  <c:v>2017</c:v>
                </c:pt>
                <c:pt idx="73">
                  <c:v>2018</c:v>
                </c:pt>
                <c:pt idx="74">
                  <c:v>2019</c:v>
                </c:pt>
                <c:pt idx="75">
                  <c:v>2020</c:v>
                </c:pt>
                <c:pt idx="76">
                  <c:v>2021</c:v>
                </c:pt>
                <c:pt idx="77">
                  <c:v>2022</c:v>
                </c:pt>
                <c:pt idx="78">
                  <c:v>2023</c:v>
                </c:pt>
                <c:pt idx="79">
                  <c:v>2024</c:v>
                </c:pt>
              </c:numCache>
            </c:numRef>
          </c:xVal>
          <c:yVal>
            <c:numRef>
              <c:f>'conso énergie Suisse'!$B$2:$B$81</c:f>
              <c:numCache>
                <c:formatCode>General</c:formatCode>
                <c:ptCount val="80"/>
                <c:pt idx="0">
                  <c:v>106.67</c:v>
                </c:pt>
                <c:pt idx="1">
                  <c:v>126.63</c:v>
                </c:pt>
                <c:pt idx="2">
                  <c:v>138.66999999999999</c:v>
                </c:pt>
                <c:pt idx="3">
                  <c:v>147.99</c:v>
                </c:pt>
                <c:pt idx="4">
                  <c:v>145.81</c:v>
                </c:pt>
                <c:pt idx="5">
                  <c:v>167.7</c:v>
                </c:pt>
                <c:pt idx="6">
                  <c:v>179.28</c:v>
                </c:pt>
                <c:pt idx="7">
                  <c:v>187.54</c:v>
                </c:pt>
                <c:pt idx="8">
                  <c:v>179.56</c:v>
                </c:pt>
                <c:pt idx="9">
                  <c:v>202.15</c:v>
                </c:pt>
                <c:pt idx="10">
                  <c:v>220.7</c:v>
                </c:pt>
                <c:pt idx="11">
                  <c:v>249.91</c:v>
                </c:pt>
                <c:pt idx="12">
                  <c:v>245.28</c:v>
                </c:pt>
                <c:pt idx="13">
                  <c:v>256.07</c:v>
                </c:pt>
                <c:pt idx="14">
                  <c:v>265.44</c:v>
                </c:pt>
                <c:pt idx="15">
                  <c:v>294.54000000000002</c:v>
                </c:pt>
                <c:pt idx="16">
                  <c:v>311.45</c:v>
                </c:pt>
                <c:pt idx="17">
                  <c:v>358.36</c:v>
                </c:pt>
                <c:pt idx="18">
                  <c:v>407.4</c:v>
                </c:pt>
                <c:pt idx="19">
                  <c:v>418.37</c:v>
                </c:pt>
                <c:pt idx="20">
                  <c:v>447.66</c:v>
                </c:pt>
                <c:pt idx="21">
                  <c:v>450.68</c:v>
                </c:pt>
                <c:pt idx="22">
                  <c:v>470.65</c:v>
                </c:pt>
                <c:pt idx="23">
                  <c:v>506.16</c:v>
                </c:pt>
                <c:pt idx="24">
                  <c:v>547.09</c:v>
                </c:pt>
                <c:pt idx="25">
                  <c:v>586.04999999999995</c:v>
                </c:pt>
                <c:pt idx="26">
                  <c:v>613.01</c:v>
                </c:pt>
                <c:pt idx="27">
                  <c:v>626.12</c:v>
                </c:pt>
                <c:pt idx="28">
                  <c:v>672.69</c:v>
                </c:pt>
                <c:pt idx="29">
                  <c:v>622.04</c:v>
                </c:pt>
                <c:pt idx="30">
                  <c:v>611.75</c:v>
                </c:pt>
                <c:pt idx="31">
                  <c:v>622.73</c:v>
                </c:pt>
                <c:pt idx="32">
                  <c:v>636.21</c:v>
                </c:pt>
                <c:pt idx="33">
                  <c:v>671.39</c:v>
                </c:pt>
                <c:pt idx="34">
                  <c:v>657.9</c:v>
                </c:pt>
                <c:pt idx="35">
                  <c:v>698.29</c:v>
                </c:pt>
                <c:pt idx="36">
                  <c:v>687.89</c:v>
                </c:pt>
                <c:pt idx="37">
                  <c:v>672.75</c:v>
                </c:pt>
                <c:pt idx="38">
                  <c:v>691.25</c:v>
                </c:pt>
                <c:pt idx="39">
                  <c:v>721.26</c:v>
                </c:pt>
                <c:pt idx="40">
                  <c:v>730.9</c:v>
                </c:pt>
                <c:pt idx="41">
                  <c:v>745.87</c:v>
                </c:pt>
                <c:pt idx="42">
                  <c:v>755.68</c:v>
                </c:pt>
                <c:pt idx="43">
                  <c:v>758.79</c:v>
                </c:pt>
                <c:pt idx="44">
                  <c:v>761.97</c:v>
                </c:pt>
                <c:pt idx="45">
                  <c:v>794.87</c:v>
                </c:pt>
                <c:pt idx="46">
                  <c:v>835.45</c:v>
                </c:pt>
                <c:pt idx="47">
                  <c:v>838.61</c:v>
                </c:pt>
                <c:pt idx="48">
                  <c:v>815.07</c:v>
                </c:pt>
                <c:pt idx="49">
                  <c:v>795.63</c:v>
                </c:pt>
                <c:pt idx="50">
                  <c:v>819.19</c:v>
                </c:pt>
                <c:pt idx="51">
                  <c:v>839.77</c:v>
                </c:pt>
                <c:pt idx="52">
                  <c:v>824.04</c:v>
                </c:pt>
                <c:pt idx="53">
                  <c:v>848.47</c:v>
                </c:pt>
                <c:pt idx="54">
                  <c:v>854.49</c:v>
                </c:pt>
                <c:pt idx="55">
                  <c:v>847.79</c:v>
                </c:pt>
                <c:pt idx="56">
                  <c:v>870.65</c:v>
                </c:pt>
                <c:pt idx="57">
                  <c:v>843.23</c:v>
                </c:pt>
                <c:pt idx="58">
                  <c:v>863.41</c:v>
                </c:pt>
                <c:pt idx="59">
                  <c:v>866.43</c:v>
                </c:pt>
                <c:pt idx="60">
                  <c:v>879</c:v>
                </c:pt>
                <c:pt idx="61">
                  <c:v>876.54</c:v>
                </c:pt>
                <c:pt idx="62">
                  <c:v>853.32</c:v>
                </c:pt>
                <c:pt idx="63">
                  <c:v>887.31</c:v>
                </c:pt>
                <c:pt idx="64">
                  <c:v>867.34</c:v>
                </c:pt>
                <c:pt idx="65">
                  <c:v>905.64</c:v>
                </c:pt>
                <c:pt idx="66">
                  <c:v>844.86</c:v>
                </c:pt>
                <c:pt idx="67">
                  <c:v>876.34</c:v>
                </c:pt>
                <c:pt idx="68">
                  <c:v>898.38</c:v>
                </c:pt>
                <c:pt idx="69">
                  <c:v>828.56</c:v>
                </c:pt>
                <c:pt idx="70">
                  <c:v>841.28</c:v>
                </c:pt>
                <c:pt idx="71">
                  <c:v>856.98</c:v>
                </c:pt>
                <c:pt idx="72">
                  <c:v>852.82</c:v>
                </c:pt>
                <c:pt idx="73">
                  <c:v>833.79</c:v>
                </c:pt>
                <c:pt idx="74">
                  <c:v>836.82</c:v>
                </c:pt>
                <c:pt idx="75">
                  <c:v>748.85</c:v>
                </c:pt>
                <c:pt idx="76">
                  <c:v>796.51</c:v>
                </c:pt>
                <c:pt idx="77">
                  <c:v>766.89</c:v>
                </c:pt>
                <c:pt idx="78">
                  <c:v>768.32</c:v>
                </c:pt>
                <c:pt idx="79">
                  <c:v>776.22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85A-4998-A037-DCE4CAA2BF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5873887"/>
        <c:axId val="1015865247"/>
      </c:scatterChart>
      <c:scatterChart>
        <c:scatterStyle val="smoothMarker"/>
        <c:varyColors val="0"/>
        <c:ser>
          <c:idx val="1"/>
          <c:order val="1"/>
          <c:tx>
            <c:strRef>
              <c:f>'conso énergie Suisse'!$C$1</c:f>
              <c:strCache>
                <c:ptCount val="1"/>
                <c:pt idx="0">
                  <c:v>Population (M)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'conso énergie Suisse'!$A$2:$A$81</c:f>
              <c:numCache>
                <c:formatCode>General</c:formatCode>
                <c:ptCount val="80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  <c:pt idx="11">
                  <c:v>1956</c:v>
                </c:pt>
                <c:pt idx="12">
                  <c:v>1957</c:v>
                </c:pt>
                <c:pt idx="13">
                  <c:v>1958</c:v>
                </c:pt>
                <c:pt idx="14">
                  <c:v>1959</c:v>
                </c:pt>
                <c:pt idx="15">
                  <c:v>1960</c:v>
                </c:pt>
                <c:pt idx="16">
                  <c:v>1961</c:v>
                </c:pt>
                <c:pt idx="17">
                  <c:v>1962</c:v>
                </c:pt>
                <c:pt idx="18">
                  <c:v>1963</c:v>
                </c:pt>
                <c:pt idx="19">
                  <c:v>1964</c:v>
                </c:pt>
                <c:pt idx="20">
                  <c:v>1965</c:v>
                </c:pt>
                <c:pt idx="21">
                  <c:v>1966</c:v>
                </c:pt>
                <c:pt idx="22">
                  <c:v>1967</c:v>
                </c:pt>
                <c:pt idx="23">
                  <c:v>1968</c:v>
                </c:pt>
                <c:pt idx="24">
                  <c:v>1969</c:v>
                </c:pt>
                <c:pt idx="25">
                  <c:v>1970</c:v>
                </c:pt>
                <c:pt idx="26">
                  <c:v>1971</c:v>
                </c:pt>
                <c:pt idx="27">
                  <c:v>1972</c:v>
                </c:pt>
                <c:pt idx="28">
                  <c:v>1973</c:v>
                </c:pt>
                <c:pt idx="29">
                  <c:v>1974</c:v>
                </c:pt>
                <c:pt idx="30">
                  <c:v>1975</c:v>
                </c:pt>
                <c:pt idx="31">
                  <c:v>1976</c:v>
                </c:pt>
                <c:pt idx="32">
                  <c:v>1977</c:v>
                </c:pt>
                <c:pt idx="33">
                  <c:v>1978</c:v>
                </c:pt>
                <c:pt idx="34">
                  <c:v>1979</c:v>
                </c:pt>
                <c:pt idx="35">
                  <c:v>1980</c:v>
                </c:pt>
                <c:pt idx="36">
                  <c:v>1981</c:v>
                </c:pt>
                <c:pt idx="37">
                  <c:v>1982</c:v>
                </c:pt>
                <c:pt idx="38">
                  <c:v>1983</c:v>
                </c:pt>
                <c:pt idx="39">
                  <c:v>1984</c:v>
                </c:pt>
                <c:pt idx="40">
                  <c:v>1985</c:v>
                </c:pt>
                <c:pt idx="41">
                  <c:v>1986</c:v>
                </c:pt>
                <c:pt idx="42">
                  <c:v>1987</c:v>
                </c:pt>
                <c:pt idx="43">
                  <c:v>1988</c:v>
                </c:pt>
                <c:pt idx="44">
                  <c:v>1989</c:v>
                </c:pt>
                <c:pt idx="45">
                  <c:v>1990</c:v>
                </c:pt>
                <c:pt idx="46">
                  <c:v>1991</c:v>
                </c:pt>
                <c:pt idx="47">
                  <c:v>1992</c:v>
                </c:pt>
                <c:pt idx="48">
                  <c:v>1993</c:v>
                </c:pt>
                <c:pt idx="49">
                  <c:v>1994</c:v>
                </c:pt>
                <c:pt idx="50">
                  <c:v>1995</c:v>
                </c:pt>
                <c:pt idx="51">
                  <c:v>1996</c:v>
                </c:pt>
                <c:pt idx="52">
                  <c:v>1997</c:v>
                </c:pt>
                <c:pt idx="53">
                  <c:v>1998</c:v>
                </c:pt>
                <c:pt idx="54">
                  <c:v>1999</c:v>
                </c:pt>
                <c:pt idx="55">
                  <c:v>2000</c:v>
                </c:pt>
                <c:pt idx="56">
                  <c:v>2001</c:v>
                </c:pt>
                <c:pt idx="57">
                  <c:v>2002</c:v>
                </c:pt>
                <c:pt idx="58">
                  <c:v>2003</c:v>
                </c:pt>
                <c:pt idx="59">
                  <c:v>2004</c:v>
                </c:pt>
                <c:pt idx="60">
                  <c:v>2005</c:v>
                </c:pt>
                <c:pt idx="61">
                  <c:v>2006</c:v>
                </c:pt>
                <c:pt idx="62">
                  <c:v>2007</c:v>
                </c:pt>
                <c:pt idx="63">
                  <c:v>2008</c:v>
                </c:pt>
                <c:pt idx="64">
                  <c:v>2009</c:v>
                </c:pt>
                <c:pt idx="65">
                  <c:v>2010</c:v>
                </c:pt>
                <c:pt idx="66">
                  <c:v>2011</c:v>
                </c:pt>
                <c:pt idx="67">
                  <c:v>2012</c:v>
                </c:pt>
                <c:pt idx="68">
                  <c:v>2013</c:v>
                </c:pt>
                <c:pt idx="69">
                  <c:v>2014</c:v>
                </c:pt>
                <c:pt idx="70">
                  <c:v>2015</c:v>
                </c:pt>
                <c:pt idx="71">
                  <c:v>2016</c:v>
                </c:pt>
                <c:pt idx="72">
                  <c:v>2017</c:v>
                </c:pt>
                <c:pt idx="73">
                  <c:v>2018</c:v>
                </c:pt>
                <c:pt idx="74">
                  <c:v>2019</c:v>
                </c:pt>
                <c:pt idx="75">
                  <c:v>2020</c:v>
                </c:pt>
                <c:pt idx="76">
                  <c:v>2021</c:v>
                </c:pt>
                <c:pt idx="77">
                  <c:v>2022</c:v>
                </c:pt>
                <c:pt idx="78">
                  <c:v>2023</c:v>
                </c:pt>
                <c:pt idx="79">
                  <c:v>2024</c:v>
                </c:pt>
              </c:numCache>
            </c:numRef>
          </c:xVal>
          <c:yVal>
            <c:numRef>
              <c:f>'conso énergie Suisse'!$C$2:$C$81</c:f>
              <c:numCache>
                <c:formatCode>General</c:formatCode>
                <c:ptCount val="80"/>
                <c:pt idx="0">
                  <c:v>4.5</c:v>
                </c:pt>
                <c:pt idx="1">
                  <c:v>4.5599999999999996</c:v>
                </c:pt>
                <c:pt idx="2">
                  <c:v>4.63</c:v>
                </c:pt>
                <c:pt idx="3">
                  <c:v>4.6900000000000004</c:v>
                </c:pt>
                <c:pt idx="4">
                  <c:v>4.76</c:v>
                </c:pt>
                <c:pt idx="5">
                  <c:v>4.82</c:v>
                </c:pt>
                <c:pt idx="6">
                  <c:v>4.8899999999999997</c:v>
                </c:pt>
                <c:pt idx="7">
                  <c:v>4.95</c:v>
                </c:pt>
                <c:pt idx="8">
                  <c:v>5.0199999999999996</c:v>
                </c:pt>
                <c:pt idx="9">
                  <c:v>5.08</c:v>
                </c:pt>
                <c:pt idx="10">
                  <c:v>5.15</c:v>
                </c:pt>
                <c:pt idx="11">
                  <c:v>5.21</c:v>
                </c:pt>
                <c:pt idx="12">
                  <c:v>5.28</c:v>
                </c:pt>
                <c:pt idx="13">
                  <c:v>5.34</c:v>
                </c:pt>
                <c:pt idx="14">
                  <c:v>5.41</c:v>
                </c:pt>
                <c:pt idx="15">
                  <c:v>5.47</c:v>
                </c:pt>
                <c:pt idx="16">
                  <c:v>5.54</c:v>
                </c:pt>
                <c:pt idx="17">
                  <c:v>5.6</c:v>
                </c:pt>
                <c:pt idx="18">
                  <c:v>5.67</c:v>
                </c:pt>
                <c:pt idx="19">
                  <c:v>5.73</c:v>
                </c:pt>
                <c:pt idx="20">
                  <c:v>5.8</c:v>
                </c:pt>
                <c:pt idx="21">
                  <c:v>5.86</c:v>
                </c:pt>
                <c:pt idx="22">
                  <c:v>5.93</c:v>
                </c:pt>
                <c:pt idx="23">
                  <c:v>5.99</c:v>
                </c:pt>
                <c:pt idx="24">
                  <c:v>6.06</c:v>
                </c:pt>
                <c:pt idx="25">
                  <c:v>6.12</c:v>
                </c:pt>
                <c:pt idx="26">
                  <c:v>6.19</c:v>
                </c:pt>
                <c:pt idx="27">
                  <c:v>6.25</c:v>
                </c:pt>
                <c:pt idx="28">
                  <c:v>6.3</c:v>
                </c:pt>
                <c:pt idx="29">
                  <c:v>6.35</c:v>
                </c:pt>
                <c:pt idx="30">
                  <c:v>6.4</c:v>
                </c:pt>
                <c:pt idx="31">
                  <c:v>6.45</c:v>
                </c:pt>
                <c:pt idx="32">
                  <c:v>6.5</c:v>
                </c:pt>
                <c:pt idx="33">
                  <c:v>6.55</c:v>
                </c:pt>
                <c:pt idx="34">
                  <c:v>6.6</c:v>
                </c:pt>
                <c:pt idx="35">
                  <c:v>6.65</c:v>
                </c:pt>
                <c:pt idx="36">
                  <c:v>6.7</c:v>
                </c:pt>
                <c:pt idx="37">
                  <c:v>6.75</c:v>
                </c:pt>
                <c:pt idx="38">
                  <c:v>6.81</c:v>
                </c:pt>
                <c:pt idx="39">
                  <c:v>6.86</c:v>
                </c:pt>
                <c:pt idx="40">
                  <c:v>6.91</c:v>
                </c:pt>
                <c:pt idx="41">
                  <c:v>6.96</c:v>
                </c:pt>
                <c:pt idx="42">
                  <c:v>7.02</c:v>
                </c:pt>
                <c:pt idx="43">
                  <c:v>7.07</c:v>
                </c:pt>
                <c:pt idx="44">
                  <c:v>7.13</c:v>
                </c:pt>
                <c:pt idx="45">
                  <c:v>7.18</c:v>
                </c:pt>
                <c:pt idx="46">
                  <c:v>7.23</c:v>
                </c:pt>
                <c:pt idx="47">
                  <c:v>7.29</c:v>
                </c:pt>
                <c:pt idx="48">
                  <c:v>7.34</c:v>
                </c:pt>
                <c:pt idx="49">
                  <c:v>7.4</c:v>
                </c:pt>
                <c:pt idx="50">
                  <c:v>7.45</c:v>
                </c:pt>
                <c:pt idx="51">
                  <c:v>7.5</c:v>
                </c:pt>
                <c:pt idx="52">
                  <c:v>7.55</c:v>
                </c:pt>
                <c:pt idx="53">
                  <c:v>7.61</c:v>
                </c:pt>
                <c:pt idx="54">
                  <c:v>7.66</c:v>
                </c:pt>
                <c:pt idx="55">
                  <c:v>7.71</c:v>
                </c:pt>
                <c:pt idx="56">
                  <c:v>7.76</c:v>
                </c:pt>
                <c:pt idx="57">
                  <c:v>7.81</c:v>
                </c:pt>
                <c:pt idx="58">
                  <c:v>7.87</c:v>
                </c:pt>
                <c:pt idx="59">
                  <c:v>7.92</c:v>
                </c:pt>
                <c:pt idx="60">
                  <c:v>7.97</c:v>
                </c:pt>
                <c:pt idx="61">
                  <c:v>8.02</c:v>
                </c:pt>
                <c:pt idx="62">
                  <c:v>8.08</c:v>
                </c:pt>
                <c:pt idx="63">
                  <c:v>8.1300000000000008</c:v>
                </c:pt>
                <c:pt idx="64">
                  <c:v>8.19</c:v>
                </c:pt>
                <c:pt idx="65">
                  <c:v>8.24</c:v>
                </c:pt>
                <c:pt idx="66">
                  <c:v>8.2899999999999991</c:v>
                </c:pt>
                <c:pt idx="67">
                  <c:v>8.35</c:v>
                </c:pt>
                <c:pt idx="68">
                  <c:v>8.4</c:v>
                </c:pt>
                <c:pt idx="69">
                  <c:v>8.4600000000000009</c:v>
                </c:pt>
                <c:pt idx="70">
                  <c:v>8.51</c:v>
                </c:pt>
                <c:pt idx="71">
                  <c:v>8.56</c:v>
                </c:pt>
                <c:pt idx="72">
                  <c:v>8.61</c:v>
                </c:pt>
                <c:pt idx="73">
                  <c:v>8.66</c:v>
                </c:pt>
                <c:pt idx="74">
                  <c:v>8.7100000000000009</c:v>
                </c:pt>
                <c:pt idx="75">
                  <c:v>8.75</c:v>
                </c:pt>
                <c:pt idx="76">
                  <c:v>8.7799999999999994</c:v>
                </c:pt>
                <c:pt idx="77">
                  <c:v>8.8000000000000007</c:v>
                </c:pt>
                <c:pt idx="78">
                  <c:v>8.89</c:v>
                </c:pt>
                <c:pt idx="79">
                  <c:v>8.94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85A-4998-A037-DCE4CAA2BF78}"/>
            </c:ext>
          </c:extLst>
        </c:ser>
        <c:ser>
          <c:idx val="4"/>
          <c:order val="2"/>
          <c:tx>
            <c:strRef>
              <c:f>'conso énergie Suisse'!$F$1</c:f>
              <c:strCache>
                <c:ptCount val="1"/>
                <c:pt idx="0">
                  <c:v>Esclaves énergétiques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triangle"/>
            <c:size val="9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'conso énergie Suisse'!$A$2:$A$81</c:f>
              <c:numCache>
                <c:formatCode>General</c:formatCode>
                <c:ptCount val="80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  <c:pt idx="11">
                  <c:v>1956</c:v>
                </c:pt>
                <c:pt idx="12">
                  <c:v>1957</c:v>
                </c:pt>
                <c:pt idx="13">
                  <c:v>1958</c:v>
                </c:pt>
                <c:pt idx="14">
                  <c:v>1959</c:v>
                </c:pt>
                <c:pt idx="15">
                  <c:v>1960</c:v>
                </c:pt>
                <c:pt idx="16">
                  <c:v>1961</c:v>
                </c:pt>
                <c:pt idx="17">
                  <c:v>1962</c:v>
                </c:pt>
                <c:pt idx="18">
                  <c:v>1963</c:v>
                </c:pt>
                <c:pt idx="19">
                  <c:v>1964</c:v>
                </c:pt>
                <c:pt idx="20">
                  <c:v>1965</c:v>
                </c:pt>
                <c:pt idx="21">
                  <c:v>1966</c:v>
                </c:pt>
                <c:pt idx="22">
                  <c:v>1967</c:v>
                </c:pt>
                <c:pt idx="23">
                  <c:v>1968</c:v>
                </c:pt>
                <c:pt idx="24">
                  <c:v>1969</c:v>
                </c:pt>
                <c:pt idx="25">
                  <c:v>1970</c:v>
                </c:pt>
                <c:pt idx="26">
                  <c:v>1971</c:v>
                </c:pt>
                <c:pt idx="27">
                  <c:v>1972</c:v>
                </c:pt>
                <c:pt idx="28">
                  <c:v>1973</c:v>
                </c:pt>
                <c:pt idx="29">
                  <c:v>1974</c:v>
                </c:pt>
                <c:pt idx="30">
                  <c:v>1975</c:v>
                </c:pt>
                <c:pt idx="31">
                  <c:v>1976</c:v>
                </c:pt>
                <c:pt idx="32">
                  <c:v>1977</c:v>
                </c:pt>
                <c:pt idx="33">
                  <c:v>1978</c:v>
                </c:pt>
                <c:pt idx="34">
                  <c:v>1979</c:v>
                </c:pt>
                <c:pt idx="35">
                  <c:v>1980</c:v>
                </c:pt>
                <c:pt idx="36">
                  <c:v>1981</c:v>
                </c:pt>
                <c:pt idx="37">
                  <c:v>1982</c:v>
                </c:pt>
                <c:pt idx="38">
                  <c:v>1983</c:v>
                </c:pt>
                <c:pt idx="39">
                  <c:v>1984</c:v>
                </c:pt>
                <c:pt idx="40">
                  <c:v>1985</c:v>
                </c:pt>
                <c:pt idx="41">
                  <c:v>1986</c:v>
                </c:pt>
                <c:pt idx="42">
                  <c:v>1987</c:v>
                </c:pt>
                <c:pt idx="43">
                  <c:v>1988</c:v>
                </c:pt>
                <c:pt idx="44">
                  <c:v>1989</c:v>
                </c:pt>
                <c:pt idx="45">
                  <c:v>1990</c:v>
                </c:pt>
                <c:pt idx="46">
                  <c:v>1991</c:v>
                </c:pt>
                <c:pt idx="47">
                  <c:v>1992</c:v>
                </c:pt>
                <c:pt idx="48">
                  <c:v>1993</c:v>
                </c:pt>
                <c:pt idx="49">
                  <c:v>1994</c:v>
                </c:pt>
                <c:pt idx="50">
                  <c:v>1995</c:v>
                </c:pt>
                <c:pt idx="51">
                  <c:v>1996</c:v>
                </c:pt>
                <c:pt idx="52">
                  <c:v>1997</c:v>
                </c:pt>
                <c:pt idx="53">
                  <c:v>1998</c:v>
                </c:pt>
                <c:pt idx="54">
                  <c:v>1999</c:v>
                </c:pt>
                <c:pt idx="55">
                  <c:v>2000</c:v>
                </c:pt>
                <c:pt idx="56">
                  <c:v>2001</c:v>
                </c:pt>
                <c:pt idx="57">
                  <c:v>2002</c:v>
                </c:pt>
                <c:pt idx="58">
                  <c:v>2003</c:v>
                </c:pt>
                <c:pt idx="59">
                  <c:v>2004</c:v>
                </c:pt>
                <c:pt idx="60">
                  <c:v>2005</c:v>
                </c:pt>
                <c:pt idx="61">
                  <c:v>2006</c:v>
                </c:pt>
                <c:pt idx="62">
                  <c:v>2007</c:v>
                </c:pt>
                <c:pt idx="63">
                  <c:v>2008</c:v>
                </c:pt>
                <c:pt idx="64">
                  <c:v>2009</c:v>
                </c:pt>
                <c:pt idx="65">
                  <c:v>2010</c:v>
                </c:pt>
                <c:pt idx="66">
                  <c:v>2011</c:v>
                </c:pt>
                <c:pt idx="67">
                  <c:v>2012</c:v>
                </c:pt>
                <c:pt idx="68">
                  <c:v>2013</c:v>
                </c:pt>
                <c:pt idx="69">
                  <c:v>2014</c:v>
                </c:pt>
                <c:pt idx="70">
                  <c:v>2015</c:v>
                </c:pt>
                <c:pt idx="71">
                  <c:v>2016</c:v>
                </c:pt>
                <c:pt idx="72">
                  <c:v>2017</c:v>
                </c:pt>
                <c:pt idx="73">
                  <c:v>2018</c:v>
                </c:pt>
                <c:pt idx="74">
                  <c:v>2019</c:v>
                </c:pt>
                <c:pt idx="75">
                  <c:v>2020</c:v>
                </c:pt>
                <c:pt idx="76">
                  <c:v>2021</c:v>
                </c:pt>
                <c:pt idx="77">
                  <c:v>2022</c:v>
                </c:pt>
                <c:pt idx="78">
                  <c:v>2023</c:v>
                </c:pt>
                <c:pt idx="79">
                  <c:v>2024</c:v>
                </c:pt>
              </c:numCache>
            </c:numRef>
          </c:xVal>
          <c:yVal>
            <c:numRef>
              <c:f>'conso énergie Suisse'!$F$2:$F$81</c:f>
              <c:numCache>
                <c:formatCode>General</c:formatCode>
                <c:ptCount val="80"/>
                <c:pt idx="0">
                  <c:v>1.5</c:v>
                </c:pt>
                <c:pt idx="1">
                  <c:v>1.8</c:v>
                </c:pt>
                <c:pt idx="2">
                  <c:v>1.9</c:v>
                </c:pt>
                <c:pt idx="3">
                  <c:v>2</c:v>
                </c:pt>
                <c:pt idx="4">
                  <c:v>1.9</c:v>
                </c:pt>
                <c:pt idx="5">
                  <c:v>2.2000000000000002</c:v>
                </c:pt>
                <c:pt idx="6">
                  <c:v>2.2999999999999998</c:v>
                </c:pt>
                <c:pt idx="7">
                  <c:v>2.4</c:v>
                </c:pt>
                <c:pt idx="8">
                  <c:v>2.2999999999999998</c:v>
                </c:pt>
                <c:pt idx="9">
                  <c:v>2.5</c:v>
                </c:pt>
                <c:pt idx="10">
                  <c:v>2.7</c:v>
                </c:pt>
                <c:pt idx="11">
                  <c:v>3</c:v>
                </c:pt>
                <c:pt idx="12">
                  <c:v>2.9</c:v>
                </c:pt>
                <c:pt idx="13">
                  <c:v>3</c:v>
                </c:pt>
                <c:pt idx="14">
                  <c:v>3.1</c:v>
                </c:pt>
                <c:pt idx="15">
                  <c:v>3.4</c:v>
                </c:pt>
                <c:pt idx="16">
                  <c:v>3.6</c:v>
                </c:pt>
                <c:pt idx="17">
                  <c:v>4.0999999999999996</c:v>
                </c:pt>
                <c:pt idx="18">
                  <c:v>4.5999999999999996</c:v>
                </c:pt>
                <c:pt idx="19">
                  <c:v>4.5999999999999996</c:v>
                </c:pt>
                <c:pt idx="20">
                  <c:v>4.9000000000000004</c:v>
                </c:pt>
                <c:pt idx="21">
                  <c:v>4.9000000000000004</c:v>
                </c:pt>
                <c:pt idx="22">
                  <c:v>5</c:v>
                </c:pt>
                <c:pt idx="23">
                  <c:v>5.4</c:v>
                </c:pt>
                <c:pt idx="24">
                  <c:v>5.7</c:v>
                </c:pt>
                <c:pt idx="25">
                  <c:v>6.1</c:v>
                </c:pt>
                <c:pt idx="26">
                  <c:v>6.3</c:v>
                </c:pt>
                <c:pt idx="27">
                  <c:v>6.4</c:v>
                </c:pt>
                <c:pt idx="28">
                  <c:v>6.8</c:v>
                </c:pt>
                <c:pt idx="29">
                  <c:v>6.2</c:v>
                </c:pt>
                <c:pt idx="30">
                  <c:v>6.1</c:v>
                </c:pt>
                <c:pt idx="31">
                  <c:v>6.1</c:v>
                </c:pt>
                <c:pt idx="32">
                  <c:v>6.2</c:v>
                </c:pt>
                <c:pt idx="33">
                  <c:v>6.5</c:v>
                </c:pt>
                <c:pt idx="34">
                  <c:v>6.3</c:v>
                </c:pt>
                <c:pt idx="35">
                  <c:v>6.7</c:v>
                </c:pt>
                <c:pt idx="36">
                  <c:v>6.5</c:v>
                </c:pt>
                <c:pt idx="37">
                  <c:v>6.3</c:v>
                </c:pt>
                <c:pt idx="38">
                  <c:v>6.4</c:v>
                </c:pt>
                <c:pt idx="39">
                  <c:v>6.7</c:v>
                </c:pt>
                <c:pt idx="40">
                  <c:v>6.7</c:v>
                </c:pt>
                <c:pt idx="41">
                  <c:v>6.8</c:v>
                </c:pt>
                <c:pt idx="42">
                  <c:v>6.8</c:v>
                </c:pt>
                <c:pt idx="43">
                  <c:v>6.8</c:v>
                </c:pt>
                <c:pt idx="44">
                  <c:v>6.8</c:v>
                </c:pt>
                <c:pt idx="45">
                  <c:v>7</c:v>
                </c:pt>
                <c:pt idx="46">
                  <c:v>7.3</c:v>
                </c:pt>
                <c:pt idx="47">
                  <c:v>7.3</c:v>
                </c:pt>
                <c:pt idx="48">
                  <c:v>7</c:v>
                </c:pt>
                <c:pt idx="49">
                  <c:v>6.8</c:v>
                </c:pt>
                <c:pt idx="50">
                  <c:v>7</c:v>
                </c:pt>
                <c:pt idx="51">
                  <c:v>7.1</c:v>
                </c:pt>
                <c:pt idx="52">
                  <c:v>6.9</c:v>
                </c:pt>
                <c:pt idx="53">
                  <c:v>7.1</c:v>
                </c:pt>
                <c:pt idx="54">
                  <c:v>7.1</c:v>
                </c:pt>
                <c:pt idx="55">
                  <c:v>7</c:v>
                </c:pt>
                <c:pt idx="56">
                  <c:v>7.1</c:v>
                </c:pt>
                <c:pt idx="57">
                  <c:v>6.9</c:v>
                </c:pt>
                <c:pt idx="58">
                  <c:v>7</c:v>
                </c:pt>
                <c:pt idx="59">
                  <c:v>7</c:v>
                </c:pt>
                <c:pt idx="60">
                  <c:v>7</c:v>
                </c:pt>
                <c:pt idx="61">
                  <c:v>6.9</c:v>
                </c:pt>
                <c:pt idx="62">
                  <c:v>6.7</c:v>
                </c:pt>
                <c:pt idx="63">
                  <c:v>6.9</c:v>
                </c:pt>
                <c:pt idx="64">
                  <c:v>6.7</c:v>
                </c:pt>
                <c:pt idx="65">
                  <c:v>7</c:v>
                </c:pt>
                <c:pt idx="66">
                  <c:v>6.5</c:v>
                </c:pt>
                <c:pt idx="67">
                  <c:v>6.7</c:v>
                </c:pt>
                <c:pt idx="68">
                  <c:v>6.8</c:v>
                </c:pt>
                <c:pt idx="69">
                  <c:v>6.2</c:v>
                </c:pt>
                <c:pt idx="70">
                  <c:v>6.3</c:v>
                </c:pt>
                <c:pt idx="71">
                  <c:v>6.4</c:v>
                </c:pt>
                <c:pt idx="72">
                  <c:v>6.3</c:v>
                </c:pt>
                <c:pt idx="73">
                  <c:v>6.1</c:v>
                </c:pt>
                <c:pt idx="74">
                  <c:v>6.1</c:v>
                </c:pt>
                <c:pt idx="75">
                  <c:v>5.4</c:v>
                </c:pt>
                <c:pt idx="76">
                  <c:v>5.7</c:v>
                </c:pt>
                <c:pt idx="77">
                  <c:v>5.5</c:v>
                </c:pt>
                <c:pt idx="78">
                  <c:v>5.5</c:v>
                </c:pt>
                <c:pt idx="79">
                  <c:v>5.5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85A-4998-A037-DCE4CAA2BF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5866687"/>
        <c:axId val="1015864287"/>
      </c:scatterChart>
      <c:valAx>
        <c:axId val="10158738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15865247"/>
        <c:crosses val="autoZero"/>
        <c:crossBetween val="midCat"/>
      </c:valAx>
      <c:valAx>
        <c:axId val="1015865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15873887"/>
        <c:crosses val="autoZero"/>
        <c:crossBetween val="midCat"/>
      </c:valAx>
      <c:valAx>
        <c:axId val="101586428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15866687"/>
        <c:crosses val="max"/>
        <c:crossBetween val="midCat"/>
      </c:valAx>
      <c:valAx>
        <c:axId val="101586668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58642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B247A-256C-AE73-2091-7A0689810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12DDF37-4118-D434-764D-10E5C71D1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6F1060-EA48-CF40-75B5-49FCFAAE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95ECAA-C6EE-70F0-7725-BDF9DA055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F9EA9E-BD3C-1108-F8F6-FF517907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1426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38A9A8-E547-BEBC-C647-E5E0BC2D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2B2758-5A25-A43F-6F65-27D945ADC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981702-F595-4218-A25A-C6837D32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FFEC95-D370-4863-296C-B916B8471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3746C3-92EA-8653-FE24-279C395A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5033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FAF2D-3DE1-AC47-B661-ADFC0FEA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64E56F-31BA-2EE8-6EA7-394B9DFBC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443D4E-2C61-9389-81FF-009AEE7D8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C032F7-0EC1-944F-B375-AABF814A9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8CDD4C-C824-31D5-21B0-BFA8BF0D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387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AE0B07-CF16-AD10-E37E-23595D55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1BA6EE-6A85-C5CE-1D38-DFE4EBF73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9FFE4CD-825E-5907-5E0E-24F76D6E8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C2A8AE-13E8-1E13-6577-76E9FC94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928981-15E5-6050-B703-7D801D8C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0C1D37-E705-E4A8-7500-0E74342A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2807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E30BD3-AABD-7B21-AB9E-6FE34DA8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ACAEE2-7BF9-8080-CCFE-0E43BC24C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A520FB-66E1-8476-74CE-93D7DAD91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D8530D5-9770-3128-FDFF-5B5A6E141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359A63E-F75E-C57F-E3F4-982C570F3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48FA0BE-5D1A-005E-90C6-A2250FC7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90A237F-7B10-4437-EC97-D493F8002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055838-B685-0962-F1B3-60D82954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67668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851D3-9722-6B92-32A3-756D9DFFA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EB1CF6-8D32-7A33-B3F8-3D33E8B1B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1C3A4C1-AD86-8F82-D8AF-2404960A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B900EF-C44D-8DED-8BEC-6E0A6A62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973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5A98514-DE3C-3E7B-E49B-A39D355B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254EB8-49C9-4C2E-8E25-E796364F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77B4E1-FB7E-09AC-3BE6-A82B95AF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0993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ABAD58-A3B4-4D17-13AE-D4DEFA4B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B3265F-207F-AF34-6420-DB02CA4D1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41AC07-68B1-F0C9-DC68-E026BBE97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DA2183-3267-B0BA-5E1E-15450BD5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9C1E8F-56BA-07DA-8C8D-8564CD51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F23F03-A9A1-5D1D-D3A3-95342233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3362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0218FF-C344-F643-B29B-FD2A40D19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2B3CF20-6D32-62BE-B2B7-ACEA4BAC2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93ECA8-56E5-C380-18AE-BE153C174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05873A-022F-76EA-07D0-E8A87773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FA641E-55F2-9C70-7736-BB807F4C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D51AFF-F4D5-456C-3ECB-D29E934D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4426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A8C49D-6BE6-473B-9F12-FA36A879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396773-2DBA-F44A-BE24-BB4B96D14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92B98C-D432-0296-5E9E-1BC57EA0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7B74CD-0EAF-7EC9-4D9C-9404ECD8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0B6E5E-A21F-4C63-9D8F-DDFD5C2D3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2334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C8EA939-D651-CD21-A311-3C93DB086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578E88-0872-6670-B14E-ABB67ACCF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DBC7BA-B295-05BC-F5D1-95A11576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8581E7-FE06-0BD3-1B39-6B1B592A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7D29C9-1CC9-C373-EAB5-1F1B30FD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4415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B77D66C-8886-0A6A-3445-EACF18AD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648793-6ED8-D511-BF36-497DE2CFC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2392DD-8D9A-E066-4FA5-3DECE639D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24A13-5597-4308-B9EB-25CC68F2CDDE}" type="datetimeFigureOut">
              <a:rPr lang="fr-CH" smtClean="0"/>
              <a:t>11.11.2025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75C1C2-45CE-8A2F-6BF7-E937B7DE3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0A3886-FF11-0155-5A35-113E18157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51C3E-956B-4845-81D1-FE289827309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49916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E420D549-BB19-849E-5509-56ABDAAB46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532028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58C19C01-AD96-CE54-F926-DEA5360B5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445" y="2978928"/>
            <a:ext cx="266737" cy="22863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B828CDE-E302-42C9-4613-5A0298DDB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445" y="1235857"/>
            <a:ext cx="247685" cy="17147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719C384-A60C-F7D8-BC63-6B8452B54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98" y="5931673"/>
            <a:ext cx="219106" cy="123842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BF899DD-FCD7-67D3-2274-1387E8830AA3}"/>
              </a:ext>
            </a:extLst>
          </p:cNvPr>
          <p:cNvSpPr txBox="1"/>
          <p:nvPr/>
        </p:nvSpPr>
        <p:spPr>
          <a:xfrm>
            <a:off x="10122698" y="6610115"/>
            <a:ext cx="1967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000" i="1" dirty="0"/>
              <a:t>CC-BY-SA PaKo@TheShifters.ch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6B60690-A135-A142-CADC-125F49A140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56" y="178594"/>
            <a:ext cx="3138488" cy="71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100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15</Words>
  <Application>Microsoft Office PowerPoint</Application>
  <PresentationFormat>Grand écran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Pascal, PaKo KOTTÉ</dc:creator>
  <cp:lastModifiedBy>Pascal, PaKo KOTTÉ</cp:lastModifiedBy>
  <cp:revision>1</cp:revision>
  <dcterms:created xsi:type="dcterms:W3CDTF">2025-11-11T14:50:52Z</dcterms:created>
  <dcterms:modified xsi:type="dcterms:W3CDTF">2025-11-11T15:57:04Z</dcterms:modified>
</cp:coreProperties>
</file>